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31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al Kukreja" userId="6cd0ef20-c03e-4010-a8ad-6e84fbe563d6" providerId="ADAL" clId="{9A0A1E7B-C31A-4868-AB13-4281ABD0901F}"/>
    <pc:docChg chg="modSld">
      <pc:chgData name="Sonal Kukreja" userId="6cd0ef20-c03e-4010-a8ad-6e84fbe563d6" providerId="ADAL" clId="{9A0A1E7B-C31A-4868-AB13-4281ABD0901F}" dt="2026-09-22T11:45:56.738" v="6" actId="20577"/>
      <pc:docMkLst>
        <pc:docMk/>
      </pc:docMkLst>
      <pc:sldChg chg="modSp mod">
        <pc:chgData name="Sonal Kukreja" userId="6cd0ef20-c03e-4010-a8ad-6e84fbe563d6" providerId="ADAL" clId="{9A0A1E7B-C31A-4868-AB13-4281ABD0901F}" dt="2026-09-22T11:45:56.738" v="6" actId="20577"/>
        <pc:sldMkLst>
          <pc:docMk/>
          <pc:sldMk cId="0" sldId="257"/>
        </pc:sldMkLst>
        <pc:spChg chg="mod">
          <ac:chgData name="Sonal Kukreja" userId="6cd0ef20-c03e-4010-a8ad-6e84fbe563d6" providerId="ADAL" clId="{9A0A1E7B-C31A-4868-AB13-4281ABD0901F}" dt="2026-09-22T11:45:56.738" v="6" actId="20577"/>
          <ac:spMkLst>
            <pc:docMk/>
            <pc:sldMk cId="0" sldId="257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3749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logo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"/>
            <a:ext cx="51206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35040" y="146304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Engineering &amp; Technology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8321040" y="914400"/>
            <a:ext cx="3867912" cy="5943600"/>
          </a:xfrm>
          <a:prstGeom prst="rect">
            <a:avLst/>
          </a:prstGeom>
          <a:solidFill>
            <a:srgbClr val="0E1B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9646920" y="1965960"/>
            <a:ext cx="1188720" cy="11887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5987" y="2275027"/>
            <a:ext cx="570586" cy="57058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321040" y="342900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321040" y="393192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D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9D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POWERED HACKATHON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16002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Innovate 2026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3957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6FB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  ·  Build  ·  Empower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3063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566160" y="30906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 txBox="1"/>
          <p:nvPr/>
        </p:nvSpPr>
        <p:spPr>
          <a:xfrm>
            <a:off x="3703320" y="30906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Mavericks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3749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566160" y="37764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 txBox="1"/>
          <p:nvPr/>
        </p:nvSpPr>
        <p:spPr>
          <a:xfrm>
            <a:off x="3703320" y="37764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353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4434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566160" y="44622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 txBox="1"/>
          <p:nvPr/>
        </p:nvSpPr>
        <p:spPr>
          <a:xfrm>
            <a:off x="3703320" y="44622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Overloaded Phishing Inbox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640080" y="5120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/  Bucket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3566160" y="51480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 txBox="1"/>
          <p:nvPr/>
        </p:nvSpPr>
        <p:spPr>
          <a:xfrm>
            <a:off x="3703320" y="51480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(Security Operations)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640080" y="5806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D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3566160" y="583387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D3354"/>
          </a:solidFill>
          <a:ln w="12700">
            <a:solidFill>
              <a:srgbClr val="3A4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 txBox="1"/>
          <p:nvPr/>
        </p:nvSpPr>
        <p:spPr>
          <a:xfrm>
            <a:off x="3703320" y="58338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Kumar, S24CSEU1379, s24cseu1379@bennett.edu.in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Details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Mavericks</a:t>
            </a: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Microsoft Innovate 2026 · Bennett University   |   Slide 2 of 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004078"/>
              </p:ext>
            </p:extLst>
          </p:nvPr>
        </p:nvGraphicFramePr>
        <p:xfrm>
          <a:off x="548640" y="1325880"/>
          <a:ext cx="11091672" cy="265176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S. No.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Name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Enrollment No.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Programme &amp;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 in Team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Aman Kumar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S24CSEU1379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B.Tech CSE, 3rd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s24cseu1379@bennett.edu.in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Leader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Developer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Jai Gupta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S24CSEU0683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B.Tech CSE, 3rd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s24cseu0683@bennett.edu.in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Krish Astwal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S24CSEU1383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B.Tech CSE, 3rd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s24cseu1383@bennett.edu.in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Developer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Arpit Tyagi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S24CSEU1304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B.Tech CSE, 3rd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s24cseu1304@bennett.edu.in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dirty="0">
                          <a:solidFill>
                            <a:srgbClr val="7A8C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UI/UX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34924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777240" y="5349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Mentor:  </a:t>
            </a:r>
            <a:r>
              <a:rPr lang="en-US" sz="13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Chanchal Maurya, chanchal.maurya@bennett.edu.in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Mavericks</a:t>
            </a: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Microsoft Innovate 2026 · Bennett University   |   Slide 3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6852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problem?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9456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Inboxes get flooded daily; even 1-2% being phishing is enough for a breach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filters give a flat yes/no with no explanation, so users ignore warnings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remains the top initial attack vector behind reported breaches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99632" y="13258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428232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1" y="16852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68312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faces it?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519672" y="219456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university staff, and employees at any org with high email volume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and it spikes during exam season, fee cycles, and placement drives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3886200"/>
            <a:ext cx="1109167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24555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411480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current options fall short?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68680" y="4754880"/>
            <a:ext cx="10451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Gmail/Outlook filters catch obvious spam and known bad senders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miss targeted spear-phishing and give no explanation for borderline cases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lightweight, explainable triage layer exists to prioritize what needs review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Mavericks</a:t>
            </a: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Microsoft Innovate 2026 · Bennett University   |   Slide 4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6852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5448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idea in one line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94560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 an explainable text-based phishing scorer that turns an email’s subject and body into a 0–100 risk score with the words behind it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77240" y="31546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32854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31546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solves the problem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868680" y="3794760"/>
            <a:ext cx="4800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subject + body, then applies TF-IDF (unigrams + bigrams) and a Logistic Regression classifier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phishing probability and a 0–100 text risk score for each email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top terms pushing the email toward phishing, so every score is explainable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199632" y="29260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428232" y="31546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991" y="328543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68312" y="31546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different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519672" y="3794760"/>
            <a:ext cx="4800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graded 0–100, not a flat yes/no, so emails can be ranked for review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and transparent: a linear model whose term weights can be inspected directly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and independent: the score can later be combined with header and URL analyzers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Mavericks</a:t>
            </a: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Microsoft Innovate 2026 · Bennett University   |   Slide 5 of 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tech stack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Python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14016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2414016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 scikit-learn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9392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279392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pandas, numpy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44768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144768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TF-IDF + LogReg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0144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010144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Persistence: joblib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875520" y="17373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875520" y="1737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 Python class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text module works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85800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subject + body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90672" y="3319272"/>
            <a:ext cx="429768" cy="310896"/>
          </a:xfrm>
          <a:prstGeom prst="rightArrow">
            <a:avLst/>
          </a:prstGeom>
          <a:solidFill>
            <a:srgbClr val="B9C7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593592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3593592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lowercase, strip HTML/URLs/digits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98464" y="3319272"/>
            <a:ext cx="429768" cy="310896"/>
          </a:xfrm>
          <a:prstGeom prst="rightArrow">
            <a:avLst/>
          </a:prstGeom>
          <a:solidFill>
            <a:srgbClr val="B9C7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501384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501384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(1–2 grams) + Logistic Regression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906256" y="3319272"/>
            <a:ext cx="429768" cy="310896"/>
          </a:xfrm>
          <a:prstGeom prst="rightArrow">
            <a:avLst/>
          </a:prstGeom>
          <a:solidFill>
            <a:srgbClr val="B9C7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409176" y="30175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635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9409176" y="3017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(0–100) + top terms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34340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77240" y="457200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702759"/>
            <a:ext cx="241402" cy="241402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417320" y="457200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have started working on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868680" y="5212080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script built: CSV loading, 80/20 stratified split, class-balanced model, confusion matrix, classification report and ROC-AUC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 class built: loads the saved vectorizer + model and returns score, top terms and cleaned text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418320" y="411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– Idea Submission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Mavericks</a:t>
            </a: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Microsoft Innovate 2026 · Bennett University   |   Slide 6 of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6852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9456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reviewers a ranked, explained text risk score instead of an unexplained yes/no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contributing terms show why an email was flagged, helping users trust and act on warnings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99632" y="132588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428232" y="155448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1" y="16852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68312" y="1554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519672" y="219456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proven, lightweight tools: scikit-learn, pandas, numpy and joblib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inference code already written and documented in the README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10839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39776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for the next round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68680" y="461772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a public labelled phishing-email CSV and report accuracy, ROC-AUC and confusion matrix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sample emails and tune the TF-IDF and model settings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text score with the separate header and URL analyzers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199632" y="374904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76200" dist="25400" dir="5400000" algn="bl" rotWithShape="0">
              <a:srgbClr val="9AA8B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428232" y="397764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991" y="4108399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68312" y="39776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and data sources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6519672" y="461772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labelled phishing-email CSV dataset (text + label columns)</a:t>
            </a:r>
            <a:endParaRPr lang="en-US" sz="1350" dirty="0"/>
          </a:p>
          <a:p>
            <a:pPr marL="152400" indent="-152400" algn="l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7A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scikit-learn: TfidfVectorizer and LogisticRegression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747</Words>
  <Application>Microsoft Office PowerPoint</Application>
  <PresentationFormat>Widescreen</PresentationFormat>
  <Paragraphs>118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Aman Kumar</cp:lastModifiedBy>
  <cp:revision>2</cp:revision>
  <dcterms:created xsi:type="dcterms:W3CDTF">2026-09-22T11:43:49Z</dcterms:created>
  <dcterms:modified xsi:type="dcterms:W3CDTF">2026-09-26T13:58:25Z</dcterms:modified>
</cp:coreProperties>
</file>